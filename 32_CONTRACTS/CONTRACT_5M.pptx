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$5,000,000 — K Deerflow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Growth | Scope:* 24-month enterprise license + integrations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K Deerflow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24-month enterprise license + integrations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$5,000,000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Flagship reference customer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
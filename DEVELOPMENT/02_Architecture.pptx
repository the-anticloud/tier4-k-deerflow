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K_DEERFLOW</a:t>
            </a:r>
          </a:p>
          <a:p>
            <a:r>
              <a:t>Tier: TIER_4_INFERENCE_AGENTS</a:t>
            </a:r>
          </a:p>
          <a:p>
            <a:r>
              <a:t>Identity: Upstream bytedance/deer-flow @ f75d89f39dd1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bytedance/deer-flow |</a:t>
            </a:r>
          </a:p>
          <a:p>
            <a:r>
              <a:t>| Commit | f75d89f39dd152873bf2b6486052644a77e830fb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58.77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K_DEERFLOW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